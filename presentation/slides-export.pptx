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Программный модуль оценки производственных рисков</dc:title>
  <dc:subject>Дипломный проект — защита</dc:subject>
  <dc:creator>Лешкевич</dc:creator>
  <cp:lastModifiedBy>Лешкевич</cp:lastModifiedBy>
  <cp:revision>1</cp:revision>
  <dcterms:created xsi:type="dcterms:W3CDTF">2026-05-17T23:57:20Z</dcterms:created>
  <dcterms:modified xsi:type="dcterms:W3CDTF">2026-05-17T23:57:20Z</dcterms:modified>
</cp:coreProperties>
</file>